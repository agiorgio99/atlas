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MFA vs SOFA vs SOFA Fine-tuned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0CAF9"/>
                </a:solidFill>
              </a:rPr>
              <a:t>Phoneme Alignment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DEFB"/>
                </a:solidFill>
              </a:rPr>
              <a:t>GT-Singer English Dataset  |  EN-Alto-1 · EN-Alto-2 · EN-Tenor-1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B5F6"/>
                </a:solidFill>
              </a:rPr>
              <a:t>Music Information Retrieval — Final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754880"/>
            <a:ext cx="1828800" cy="50292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800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MFA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754880"/>
            <a:ext cx="1828800" cy="5029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4800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SOFA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4754880"/>
            <a:ext cx="1828800" cy="50292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4800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SOFA-FT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237E"/>
                </a:solidFill>
              </a:rPr>
              <a:t>The Three Alignment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3657600" cy="45720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MFA — Montreal Forced Aligner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 Traditional HMM-based forced aligner
 Trained on read speech corpora (LibriSpeech etc.)
 Uses Kaldi acoustic models + pronunciation dictionary
 Outputs: start/end times for each phoneme
 Limitation: read-speech model applied to singing voice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822960"/>
            <a:ext cx="3657600" cy="4572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SOFA — Base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 Neural sequence-to-sequence aligner for singing
 Checkpoint: tgm_en_v100.ckpt
 Trained on large multilingual singing corpora
 Handles pitch variation, long vowels, melisma
 Input: audio.wav + phoneme labels (audio.lab)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822960"/>
            <a:ext cx="3657600" cy="4572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822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SOFA — Fine-tuned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 Same SOFA architecture, adapted to GT-Singer English
 Checkpoint: step=003000 (3k fine-tuning steps)
 Fine-tuned on in-domain singing data
 Expected: better boundary precision for EN singers
 Run: python infer.py -c &lt;ckpt&gt; -f segments_ft -m force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237E"/>
                </a:solidFill>
              </a:rP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3657600" cy="411480"/>
          </a:xfrm>
          <a:prstGeom prst="rect">
            <a:avLst/>
          </a:prstGeom>
          <a:solidFill>
            <a:srgbClr val="37474F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Boundary MAE (ms)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Mean Absolute Error of predicted phoneme boundaries vs ground truth.
Averaged over start and end boundaries per phoneme.
Lower is better.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914400"/>
            <a:ext cx="3657600" cy="411480"/>
          </a:xfrm>
          <a:prstGeom prst="rect">
            <a:avLst/>
          </a:prstGeom>
          <a:solidFill>
            <a:srgbClr val="37474F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914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TBE@20ms / TBE@50ms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Temporal Boundary Error: fraction of boundaries with
absolute error &gt; 20ms (or &gt; 50ms).
Measures how often alignment is badly off.
Lower is better.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914400"/>
            <a:ext cx="3657600" cy="411480"/>
          </a:xfrm>
          <a:prstGeom prst="rect">
            <a:avLst/>
          </a:prstGeom>
          <a:solidFill>
            <a:srgbClr val="37474F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914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Mean IoU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Intersection over Union: overlap between predicted
and reference phoneme intervals.
Measures spatial alignment quality.
Higher is better.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74720"/>
            <a:ext cx="3657600" cy="411480"/>
          </a:xfrm>
          <a:prstGeom prst="rect">
            <a:avLst/>
          </a:prstGeom>
          <a:solidFill>
            <a:srgbClr val="37474F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Label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Fraction of reference phonemes that were matched
by at least one hypothesis phoneme (IoU &gt; 0.1).
Measures how many GT phonemes are covered.
Higher is better.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474720"/>
            <a:ext cx="3657600" cy="411480"/>
          </a:xfrm>
          <a:prstGeom prst="rect">
            <a:avLst/>
          </a:prstGeom>
          <a:solidFill>
            <a:srgbClr val="37474F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474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Label 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Fraction of hypothesis phonemes that were matched
to at least one reference phoneme.
Measures how accurate the output is.
Higher is better.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237E"/>
                </a:solidFill>
              </a:rPr>
              <a:t>Overall Evaluation Results — All Systems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11430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n_items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mean_boundary_mae_ms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mean_tbe_20ms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mean_tbe_50ms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mean_iou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mean_label_recall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mean_label_precision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MFA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810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75.4095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0.4587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0.2344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0.6500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0.8949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0.9285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SOFA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52.3798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0.2702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0.6074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SOFA-FT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855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41.3826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0.4290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0.2040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0.6627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0.9565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0.9525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</a:rPr>
              <a:t>Boundary MAE by System (ms) — Lower is Better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5486400" cy="3657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85800"/>
            <a:ext cx="5943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</a:rPr>
              <a:t>Temporal Boundary Error — Lower is Better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303520" cy="38404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85800"/>
            <a:ext cx="530352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TBE@20ms: fraction of boundaries misaligned by more than 20ms.
TBE@50ms: fraction of boundaries misaligned by more than 50ms.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</a:rPr>
              <a:t>IoU and Label Recall — Higher is Better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303520" cy="38404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85800"/>
            <a:ext cx="530352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IoU: overlap between predicted and reference phoneme intervals.
Label Recall: fraction of GT phonemes matched (coverage).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237E"/>
                </a:solidFill>
              </a:rPr>
              <a:t>Per-Singer × System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singer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n_items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mean_boundary_mae_ms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mean_tbe_20ms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mean_tbe_50ms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mean_iou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mean_label_recall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mean_label_precision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MFA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EN-Alto-1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598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75.5841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0.4637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0.2327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0.6473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0.8891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0.9334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EN-Alto-2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55.5004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0.4230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0.1996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0.6766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MFA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EN-Tenor-1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133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86.4502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0.4576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0.2628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0.6464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0.9039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0.9198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SOFA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EN-Alto-1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60.6495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0.5890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0.3227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0.5880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SOFA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EN-Alto-2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207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49.2024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0.5285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0.2548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0.6061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0.9196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0.9086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SOFA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EN-Tenor-1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47.6989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0.5055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0.2378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0.6234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SOFA-FT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EN-Alto-1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285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35.3626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0.3812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0.1789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0.6947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0.9609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0.9560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SOFA-FT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EN-Alto-2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42.5366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0.4605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0.2395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0.6403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SOFA-FT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EN-Tenor-1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363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45.4510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0.4485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0.2034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0.6503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0.9717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0.9725</a:t>
                      </a:r>
                    </a:p>
                  </a:txBody>
                  <a:tcPr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Findings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CAF9"/>
                </a:solidFill>
              </a:rPr>
              <a:t>Best system per metric: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Boundary MAE: best = SOFA-FT  (lowest value = 41.3826)
  TBE@20ms: best = SOFA-FT  (lowest value = 0.4290)
  TBE@50ms: best = SOFA-FT  (lowest value = 0.2040)
  Mean IoU: best = SOFA-FT  (highest value = 0.6627)
  Label Recall: best = SOFA-FT  (highest value = 0.9565)
  Label Precision: best = SOFA-FT  (highest value = 0.9525)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DEFB"/>
                </a:solidFill>
              </a:rPr>
              <a:t>Key Takeaways:
  MFA applies read-speech acoustic models to singing — may struggle with
  pitch variation, sustained vowels, and singing phonetics.
  SOFA (base) is purpose-built for singing alignment and typically
  outperforms MFA on boundary accuracy and IoU.
  SOFA Fine-tuned adapts the model to GT-Singer English, potentially
  achieving the best boundary precision on this specific corpus.
  Fine-tuning with even 3000 steps on domain data can meaningfully
  improve temporal alignment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